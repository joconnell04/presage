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Keep this to ninety seconds. The board already has the pack; the job today is the FY26 plan gap and the two asks on slide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number to land: EBITDA margin was 12.3 percent against a 15 percent commitment. Do not get drawn into the quarterly bridge here, that is the board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enterprise churn, the honest answer is that six enterprise accounts churned in FY25 against five in mid-market, off a much smaller base. It is getting worse, not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region is planned at the same 25 percent growth rate. That is a placeholder, not a plan, and the board will spot it. APAC cannot carry 25 percent without two more sellers.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headcount numbers come off the Headcount tab. If the board asks for the June total it is 152.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two asks. Do not reopen the pricing debate.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FY26 Strategy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session, prepared by the strategy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FY25 in review: growth held, margin did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of $54,880k, up 23% year over year</a:t>
            </a:r>
          </a:p>
          <a:p>
            <a:pPr/>
            <a:r>
              <a:t>Gross margin of $35,672k, 65% of revenue</a:t>
            </a:r>
          </a:p>
          <a:p>
            <a:pPr/>
            <a:r>
              <a:t>EBITDA of $6,772k, a 12.3% margin</a:t>
            </a:r>
          </a:p>
          <a:p>
            <a:pPr/>
            <a:r>
              <a:t>Q4 was the strongest quarter at $15,310k of revenue</a:t>
            </a:r>
          </a:p>
          <a:p>
            <a:pPr/>
            <a:r>
              <a:t>Opex grew faster than revenue in every quarter except 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engine: enterprise land and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is 44 logos but 60% of ARR</a:t>
            </a:r>
          </a:p>
          <a:p>
            <a:pPr/>
            <a:r>
              <a:t>Net revenue retention of 118% in enterprise, 94% in SMB</a:t>
            </a:r>
          </a:p>
          <a:p>
            <a:pPr/>
            <a:r>
              <a:t>Average enterprise ARR is roughly 12x average SMB ARR</a:t>
            </a:r>
          </a:p>
          <a:p>
            <a:pPr/>
            <a:r>
              <a:t>Churn is concentrated in enterprise accounts that never got past one use case</a:t>
            </a:r>
          </a:p>
          <a:p>
            <a:pPr/>
            <a:r>
              <a:t>FY26 plan assumes 14 net new enterprise logos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FY26 plan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FY25 revenue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FY26 plan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30,184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37,675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16,464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LATAM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discipline: hold opex at 50% of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FY25 opex was $28,900k, 53% of revenue</a:t>
            </a:r>
          </a:p>
          <a:p>
            <a:pPr/>
            <a:r>
              <a:t>FY26 plan holds opex at $34,500k, 50% of revenue</a:t>
            </a:r>
          </a:p>
          <a:p>
            <a:pPr/>
            <a:r>
              <a:t>Headcount grows from 119 in January to 152 by June</a:t>
            </a:r>
          </a:p>
          <a:p>
            <a:pPr/>
            <a:r>
              <a:t>Engineering absorbs half of the net adds</a:t>
            </a:r>
          </a:p>
          <a:p>
            <a:pPr/>
            <a:r>
              <a:t>No change to the sales quota model in FY26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enterprise churn is running ahead of mid-market</a:t>
            </a:r>
          </a:p>
          <a:p>
            <a:pPr/>
            <a:r>
              <a:t>Risk: APAC plan is not supported by a hiring plan</a:t>
            </a:r>
          </a:p>
          <a:p>
            <a:pPr/>
            <a:r>
              <a:t>Ask 1: approve the FY26 opex envelope of $34.5m</a:t>
            </a:r>
          </a:p>
          <a:p>
            <a:pPr/>
            <a:r>
              <a:t>Ask 2: approve two APAC sales hires in Q1</a:t>
            </a:r>
          </a:p>
          <a:p>
            <a:pPr/>
            <a:r>
              <a:t>Decision needed this session, not offline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